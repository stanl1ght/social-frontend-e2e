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b7882a3ede453a" /><Relationship Type="http://schemas.openxmlformats.org/officeDocument/2006/relationships/extended-properties" Target="/docProps/app.xml" Id="R0cc3b058a7d7471a" /><Relationship Type="http://schemas.openxmlformats.org/officeDocument/2006/relationships/officeDocument" Target="/ppt/presentation.xml" Id="Rfb044f5d27264f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67efbf93c4493e"/>
  </p:sldMasterIdLst>
  <p:notesMasterIdLst>
    <p:notesMasterId xmlns:r="http://schemas.openxmlformats.org/officeDocument/2006/relationships" r:id="R47b04369434e461a"/>
  </p:notesMasterIdLst>
  <p:sldIdLst>
    <p:sldId xmlns:r="http://schemas.openxmlformats.org/officeDocument/2006/relationships" id="256" r:id="R4d42657bd4ab42f8"/>
    <p:sldId xmlns:r="http://schemas.openxmlformats.org/officeDocument/2006/relationships" id="257" r:id="Ra20e75d786e348a4"/>
    <p:sldId xmlns:r="http://schemas.openxmlformats.org/officeDocument/2006/relationships" id="258" r:id="Rf617e26445b04529"/>
    <p:sldId xmlns:r="http://schemas.openxmlformats.org/officeDocument/2006/relationships" id="259" r:id="Rdcc07c1829a44463"/>
    <p:sldId xmlns:r="http://schemas.openxmlformats.org/officeDocument/2006/relationships" id="260" r:id="Ra275b8f3ece840e6"/>
    <p:sldId xmlns:r="http://schemas.openxmlformats.org/officeDocument/2006/relationships" id="261" r:id="R93a70596ee684566"/>
    <p:sldId xmlns:r="http://schemas.openxmlformats.org/officeDocument/2006/relationships" id="262" r:id="R82a52e74ff7a4d71"/>
    <p:sldId xmlns:r="http://schemas.openxmlformats.org/officeDocument/2006/relationships" id="263" r:id="R57be26ac8b0d4be7"/>
    <p:sldId xmlns:r="http://schemas.openxmlformats.org/officeDocument/2006/relationships" id="264" r:id="R1551b8d745e44d16"/>
    <p:sldId xmlns:r="http://schemas.openxmlformats.org/officeDocument/2006/relationships" id="265" r:id="R0fe02603570d49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9b186746014385" /><Relationship Type="http://schemas.openxmlformats.org/officeDocument/2006/relationships/slideMaster" Target="/ppt/slideMasters/slideMaster1.xml" Id="Rf167efbf93c4493e" /><Relationship Type="http://schemas.openxmlformats.org/officeDocument/2006/relationships/notesMaster" Target="/ppt/notesMasters/notesMaster1.xml" Id="R47b04369434e461a" /><Relationship Type="http://schemas.openxmlformats.org/officeDocument/2006/relationships/presProps" Target="/ppt/presProps.xml" Id="Rf9e96dd24f99436f" /><Relationship Type="http://schemas.openxmlformats.org/officeDocument/2006/relationships/tableStyles" Target="/ppt/tableStyles.xml" Id="R5356f53c67664e38" /><Relationship Type="http://schemas.openxmlformats.org/officeDocument/2006/relationships/slide" Target="/ppt/slides/slide1.xml" Id="R4d42657bd4ab42f8" /><Relationship Type="http://schemas.openxmlformats.org/officeDocument/2006/relationships/slide" Target="/ppt/slides/slide2.xml" Id="Ra20e75d786e348a4" /><Relationship Type="http://schemas.openxmlformats.org/officeDocument/2006/relationships/slide" Target="/ppt/slides/slide3.xml" Id="Rf617e26445b04529" /><Relationship Type="http://schemas.openxmlformats.org/officeDocument/2006/relationships/slide" Target="/ppt/slides/slide4.xml" Id="Rdcc07c1829a44463" /><Relationship Type="http://schemas.openxmlformats.org/officeDocument/2006/relationships/slide" Target="/ppt/slides/slide5.xml" Id="Ra275b8f3ece840e6" /><Relationship Type="http://schemas.openxmlformats.org/officeDocument/2006/relationships/slide" Target="/ppt/slides/slide6.xml" Id="R93a70596ee684566" /><Relationship Type="http://schemas.openxmlformats.org/officeDocument/2006/relationships/slide" Target="/ppt/slides/slide7.xml" Id="R82a52e74ff7a4d71" /><Relationship Type="http://schemas.openxmlformats.org/officeDocument/2006/relationships/slide" Target="/ppt/slides/slide8.xml" Id="R57be26ac8b0d4be7" /><Relationship Type="http://schemas.openxmlformats.org/officeDocument/2006/relationships/slide" Target="/ppt/slides/slide9.xml" Id="R1551b8d745e44d16" /><Relationship Type="http://schemas.openxmlformats.org/officeDocument/2006/relationships/slide" Target="/ppt/slides/slide10.xml" Id="R0fe02603570d49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caf19d9ce149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7bf199cc1945b1" /><Relationship Type="http://schemas.openxmlformats.org/officeDocument/2006/relationships/notesMaster" Target="/ppt/notesMasters/notesMaster1.xml" Id="R8525823d078d4c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16a69625304deb" /><Relationship Type="http://schemas.openxmlformats.org/officeDocument/2006/relationships/notesMaster" Target="/ppt/notesMasters/notesMaster1.xml" Id="R915e889958474e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6116198f704f1a" /><Relationship Type="http://schemas.openxmlformats.org/officeDocument/2006/relationships/notesMaster" Target="/ppt/notesMasters/notesMaster1.xml" Id="Re7d6c25940934d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0a4cfe1d3c4eca" /><Relationship Type="http://schemas.openxmlformats.org/officeDocument/2006/relationships/notesMaster" Target="/ppt/notesMasters/notesMaster1.xml" Id="R173a7dbf535e4b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f4f4a0319345c8" /><Relationship Type="http://schemas.openxmlformats.org/officeDocument/2006/relationships/notesMaster" Target="/ppt/notesMasters/notesMaster1.xml" Id="Re4c8e30934074c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26df0b1ae043e1" /><Relationship Type="http://schemas.openxmlformats.org/officeDocument/2006/relationships/notesMaster" Target="/ppt/notesMasters/notesMaster1.xml" Id="R712a9b6722974f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69f2ae5c264457" /><Relationship Type="http://schemas.openxmlformats.org/officeDocument/2006/relationships/notesMaster" Target="/ppt/notesMasters/notesMaster1.xml" Id="Ra402ebaaf1234e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0d392633294df8" /><Relationship Type="http://schemas.openxmlformats.org/officeDocument/2006/relationships/notesMaster" Target="/ppt/notesMasters/notesMaster1.xml" Id="R2df62d2ec4ad45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7c4d44af4c481d" /><Relationship Type="http://schemas.openxmlformats.org/officeDocument/2006/relationships/notesMaster" Target="/ppt/notesMasters/notesMaster1.xml" Id="R4e77be4dbb134d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ccb895c4624ecd" /><Relationship Type="http://schemas.openxmlformats.org/officeDocument/2006/relationships/notesMaster" Target="/ppt/notesMasters/notesMaster1.xml" Id="R63b12b39427f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7b0f15bb149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a38259183f432e" /><Relationship Type="http://schemas.openxmlformats.org/officeDocument/2006/relationships/slideLayout" Target="/ppt/slideLayouts/slideLayout1.xml" Id="R12562c516e6440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562c516e6440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f95dc2425423a" /><Relationship Type="http://schemas.openxmlformats.org/officeDocument/2006/relationships/notesSlide" Target="/ppt/notesSlides/notesSlide1.xml" Id="R098a3605dd1447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eccce960546fc" /><Relationship Type="http://schemas.openxmlformats.org/officeDocument/2006/relationships/notesSlide" Target="/ppt/notesSlides/notesSlide2.xml" Id="Rcd034ce0b5ba48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190dde43c404f" /><Relationship Type="http://schemas.openxmlformats.org/officeDocument/2006/relationships/notesSlide" Target="/ppt/notesSlides/notesSlide3.xml" Id="R367dfd4c6a974b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cf077484b4384" /><Relationship Type="http://schemas.openxmlformats.org/officeDocument/2006/relationships/notesSlide" Target="/ppt/notesSlides/notesSlide4.xml" Id="R16570697f2194f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ed0e9edcd4a79" /><Relationship Type="http://schemas.openxmlformats.org/officeDocument/2006/relationships/notesSlide" Target="/ppt/notesSlides/notesSlide5.xml" Id="Rf643eb9303ac47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cbcd4343549ff" /><Relationship Type="http://schemas.openxmlformats.org/officeDocument/2006/relationships/notesSlide" Target="/ppt/notesSlides/notesSlide6.xml" Id="R86e94e889ad44f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9bc7eae704b75" /><Relationship Type="http://schemas.openxmlformats.org/officeDocument/2006/relationships/notesSlide" Target="/ppt/notesSlides/notesSlide7.xml" Id="Ra5d2f8de0a154f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63fdf80ec49f5" /><Relationship Type="http://schemas.openxmlformats.org/officeDocument/2006/relationships/notesSlide" Target="/ppt/notesSlides/notesSlide8.xml" Id="R52ab3621f50c4f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6c0e5deb247b8" /><Relationship Type="http://schemas.openxmlformats.org/officeDocument/2006/relationships/notesSlide" Target="/ppt/notesSlides/notesSlide9.xml" Id="Re21f7aad3aad40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4a3e550fa4115" /><Relationship Type="http://schemas.openxmlformats.org/officeDocument/2006/relationships/notesSlide" Target="/ppt/notesSlides/notesSlide10.xml" Id="R50d8fe1c339444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1D33B-558E-4C7A-8655-6222152F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SOCIAL FRONTEND E2E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89B36-0DD2-4FDB-AA40-281FBF6B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Room tour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D7F72-6162-48DB-A5E1-8F1127CD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9D8F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9D8F3"/>
                </a:solidFill>
                <a:latin typeface="Arial"/>
                <a:ea typeface="Arial"/>
                <a:cs typeface="Arial"/>
              </a:rPr>
              <a:t>От первого запуска до самостоятельного анализа падений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B2A34-B5B0-4621-B87F-44A1A2BE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Playwright · TypeScript · безопасный CRUD · доказательная диагностика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9F00F-4E26-413C-9369-442EA0EB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1A4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1A4C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1110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6173F-72F6-4093-8920-DA969952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МЕНТАЛЬНАЯ 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49194-65E5-42A0-8EB3-D7D91EBA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Одна цепочка от команды до доказательств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06BCA-2320-48B5-BC2E-DB1A5DED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77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undefined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3DCD3-7516-4D0D-B05C-0C2BBF5D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5D362-1D6A-4017-916C-055C893B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156CC-5312-46FE-940F-205DE563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0507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npm 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3C4F4-859B-42F0-A3E9-878F044F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1495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выбирает набор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A5A72-88B3-4670-A0FC-406D0B35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14625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04D42-9625-4ED6-A64F-AB8855D1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21CBD-5C76-47DC-BDDF-75DFB3DB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7511B-D1D6-443D-8988-28C5BDAA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0507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BAEAD-63C7-4DD3-A49E-0153392E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86075"/>
            <a:ext cx="1495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создаёт браузер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83E70-1404-470B-AF48-E3D6C81B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14625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9AF52-C290-42C6-9DF8-31BF5FEF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819F9-6BA5-4F2C-B859-6DE48FD1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BCC2C-DA3B-4FBA-B2C1-64C1C642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0507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76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setup + fixture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1548B-DF46-46F1-A16A-7C98AF37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86075"/>
            <a:ext cx="1495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готовят сессию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85C75-D280-49F9-A818-06545505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714625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6B3C6-9CB2-4E6B-8A20-27F22197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03D9D-6C20-4C6B-8DF0-5596B96D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3ACEB-CA75-41D3-8DD2-F5D5BF83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20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spec + page object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34A99C-4579-4275-97E0-F3828394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86075"/>
            <a:ext cx="1495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проходят сценарий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11B67-6EB7-48E7-9F9B-E12EF423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14625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E43AA-7C78-402B-A2CF-F80A09F7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44B754-8704-4CCA-A086-7212D919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AFCD1A-0FEF-4918-8667-B38B7D81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0507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reporter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45DA2B-805C-4DFD-889C-CB0F2D26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86075"/>
            <a:ext cx="1495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сохраняет факты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0AE64A-1E3D-4965-8845-A2C5242D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Читайте проект слева направо: запуск → окружение → поведение → артефакты.</a:t>
            </a:r>
          </a:p>
        </p:txBody>
      </p:sp>
    </p:spTree>
    <p:extLst>
      <p:ext uri="{BB962C8B-B14F-4D97-AF65-F5344CB8AC3E}">
        <p14:creationId xmlns:p14="http://schemas.microsoft.com/office/powerpoint/2010/main" val="1837240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30270D-54CB-476C-8D5F-2B2D9965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4329C-0D01-4D43-88E1-3B1F17BC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Карта проекта: где искать ответ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84BF2-77F4-460C-A807-E398DFDA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77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undefined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F1D57-2007-4CC4-BEB4-C4E301C9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94AC8-C4FB-49EF-B95B-41C31800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4CE0D-17CC-4B1D-8BAE-55876DAF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tests/&lt;area&gt;/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98446-A78B-478D-9632-EC88DD09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Сценарии на языке пользователя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E3E24-3218-4E0B-9AA8-49AB2894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DF8E8-6DDC-4C77-8C4A-C70512D7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2E731-AC6B-495E-8E3D-4ABFB34E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383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tests/pages/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06FFF-FE61-493A-B4AE-0889DA4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193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Действия и устойчивые локаторы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9A816-1CD8-44CC-A35D-88154B41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66875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8B970-FD68-4C1B-BC62-C0AAFED9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6687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2C6E0-C1AB-42FD-8730-E7B71454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383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fixtures + helpers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F0E7D-A463-43C9-955D-D08F116B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193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Вход, баннеры, данные, сеть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EACA5-3EEE-4B8A-8F1C-4666DF81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3F79D-AC38-454F-A263-5DE4362F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C1051-309A-4446-A7A3-C21CDF8C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.auth/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23DD3-6036-40FC-832D-7D09274B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Локальная сессия</a:t>
            </a:r>
          </a:p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не отправлять в Git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DA3AF-9E34-4EEC-95DF-423FA581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5C110-C9A3-4700-9381-273F4A0A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185E3-3ABB-4670-A23B-95D9986E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052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test-results/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6D394-0EF0-4D60-A6B1-4AB53E2D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86200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Screenshot · video ·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F11D7-BFB7-4C41-8EB3-95FEA263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FC979-FA4B-46D0-99A5-F8A9A53C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36011-A24F-4E00-B58A-E2113FC4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docs/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13D64A-4294-4E94-BCF9-41B195C3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Runbook · bugs · tour · отчёт</a:t>
            </a:r>
          </a:p>
        </p:txBody>
      </p:sp>
    </p:spTree>
    <p:extLst>
      <p:ext uri="{BB962C8B-B14F-4D97-AF65-F5344CB8AC3E}">
        <p14:creationId xmlns:p14="http://schemas.microsoft.com/office/powerpoint/2010/main" val="2043521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94909-278E-428C-8C93-1124535F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АВТОРИЗАЦИЯ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DD27C-BA00-4D5D-A6E9-B0643C74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Почему один worker — это осознанная 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47679-6AD2-4B29-BBD2-1F063B00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77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undefined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1A1AF-5D76-4D35-8151-6F6E1F36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095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DC9ED-1443-4FA5-8DE3-14FE0BB1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05D44-0850-41F7-9EA5-401E840D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638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Ограничение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DADAB-2A0D-46A9-94E8-9B85F3C9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6386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SSO вращает refresh token. Параллельные контексты одного пользователя могут инвалидировать друг друга.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907F0-B813-4D55-BBA4-67C886C4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14500"/>
            <a:ext cx="5095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75FD2-3B37-4FA5-8D82-BB7BDF1F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02B4B-B16B-452C-8D9E-2F17909B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85950"/>
            <a:ext cx="4638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85C30-05C6-4B4C-874E-CBB51CEC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66950"/>
            <a:ext cx="46386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Setup сохраняет состояние, fixture проверяет вход перед тестом, а проекты выполняются последовательно.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7C0B0-CC67-4E35-B07F-2E81A496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Стабильность важнее формальной скорости</a:t>
            </a:r>
          </a:p>
        </p:txBody>
      </p:sp>
    </p:spTree>
    <p:extLst>
      <p:ext uri="{BB962C8B-B14F-4D97-AF65-F5344CB8AC3E}">
        <p14:creationId xmlns:p14="http://schemas.microsoft.com/office/powerpoint/2010/main" val="46473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99355-DDA6-43E0-A305-ACFA1BB3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СТРАТЕГИЯ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8EE3A-D2F7-47AF-A6C1-A731AB4E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Три слоя тестов — три разных вопроса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0622F-190C-4AA9-AD0A-28CE6846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77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undefined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4F126-A628-4E2B-9826-C0BAE1BE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902AE-B4F0-4A21-B5E2-1B5B790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85464-FB25-4182-97C5-C46194E7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Smoke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81260-6E19-478A-A6BB-D20AEB4F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Приложение открывается?</a:t>
            </a:r>
          </a:p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Ключевая навигация жива?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BD3FA-801D-414E-A8F5-227A1593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6D677-3FE1-44F2-9F76-50667160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8B9C9-A01B-4B2C-B596-214AE3B8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85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Read-only + diagnostic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5E3D3-6AB0-4D9B-AFC5-B690F71D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66950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Поведение и сетевой контракт корректны без изменения данных?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5E888-806B-4402-90FE-ABC79E90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063FB-220A-40D1-B0F5-446AEE8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93946-060A-408A-B340-D06F77E0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85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Mutation E2E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54552-0BCC-4C04-9E40-616EACEA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Полный бизнес-цикл работает и данные очищаются?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533CD-89A6-47C5-9432-19C87543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Обычный npm test исключает @mutation</a:t>
            </a:r>
          </a:p>
        </p:txBody>
      </p:sp>
    </p:spTree>
    <p:extLst>
      <p:ext uri="{BB962C8B-B14F-4D97-AF65-F5344CB8AC3E}">
        <p14:creationId xmlns:p14="http://schemas.microsoft.com/office/powerpoint/2010/main" val="1978438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D5017-F305-4F51-B7DB-51CBDF5D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3B259-720B-414B-97ED-6348A4AD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Безопасный CRUD: создать → доказать → очистить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C73FA-274D-4EB9-A2D8-5C197B71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77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undefined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86208-8394-486A-8610-F4D31C4D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7C766-4D8C-4976-96C7-C7AC80F7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Уникальный QA-E2E маркер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BF1B2-6B6F-4F3A-8F87-0ABE3EB2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812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3C74B-F463-4479-B0EC-923AB323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92B4A-490A-4706-AE3B-9D4670EF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Действие через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5180B-456B-4D3A-B7DB-43F7AC6E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812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E3FCA-8D23-4EC6-A140-180DCFA7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6ED74-C9C9-47A7-AE14-05CE411D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860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Проверка результата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D62FF-2A39-4622-B3D6-AEA32F5E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812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BBC8F-FB45-4125-A125-EF9882A7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85C14-30C7-4D31-9480-6E987B8F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860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finally: удаление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154F3-9628-4E5D-B989-868FEB6B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9812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F84C8-467F-4B52-9A65-BE02EE4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C918B-1113-4FDD-8C83-BF163578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860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Проверка удаления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D8FB4-9E2A-4421-8544-FDE0241F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Никаких общих фикстурных сущностей и API-удаления в UI E2E.</a:t>
            </a:r>
          </a:p>
        </p:txBody>
      </p:sp>
    </p:spTree>
    <p:extLst>
      <p:ext uri="{BB962C8B-B14F-4D97-AF65-F5344CB8AC3E}">
        <p14:creationId xmlns:p14="http://schemas.microsoft.com/office/powerpoint/2010/main" val="34668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936F6-B33E-4CB4-8EFB-A1C8C786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BEST PRACTICES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CF115-1018-41F3-99D2-882B0D3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Локатор — это контракт с пользователем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2F6B2-4E44-41C9-8AC7-A48CE54F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77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undefined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B390F-74FE-4D9B-AD61-8BD64910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0958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3C15F-5596-4E93-B4E3-1633F1E0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25F46-89E2-4B6C-9007-47DD2D1B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638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Предпочитать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DA5B5-5ED4-4979-B8CD-7E60D340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6386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getByRole · getByLabel · getByText</a:t>
            </a:r>
          </a:p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наблюдаемое состояние через expect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EC167-6415-48FF-86CC-3B1AB3A8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14500"/>
            <a:ext cx="50958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07409-C4F5-406A-A128-88D5BA39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14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68C88-4691-42F5-A226-B77D2F98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85950"/>
            <a:ext cx="4638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Избегать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C29F6-B581-441E-BFE4-6C280039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66950"/>
            <a:ext cx="46386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waitForTimeout · force: true</a:t>
            </a:r>
          </a:p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случайные CSS/XPath · зависимость от порядка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48325-3EAA-419E-B0D0-45C19329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Хорошее падение объясняет продуктовую проблему, а не устройство DOM.</a:t>
            </a:r>
          </a:p>
        </p:txBody>
      </p:sp>
    </p:spTree>
    <p:extLst>
      <p:ext uri="{BB962C8B-B14F-4D97-AF65-F5344CB8AC3E}">
        <p14:creationId xmlns:p14="http://schemas.microsoft.com/office/powerpoint/2010/main" val="20993725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0DACB7-F548-495D-BC5E-C4340D06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2B8A4-930A-4DAB-A5CE-91FFDE22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Как разбирать падение за пять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5E8FF-2F89-4388-9DF9-62F7A2C4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77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undefined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3D2F7-4B36-40E8-B403-C7428ACD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952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3DE7E-406B-4620-90B0-E6BAEDC8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A33AD-1337-4368-926D-92628D7E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1. Ошибка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3EB20-618E-4DDD-8101-42D24CD5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ожидалось / получено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380E8-0085-4F40-AF69-627C34C3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09750"/>
            <a:ext cx="1952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53E01-B579-4288-BC3C-6A8B5421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097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54FCA-EFE3-4FAC-936C-9B739405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981200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2. Screenshot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E0E12-9550-4A4E-90E2-C273DC40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6220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та ли страница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DEE43-E8B6-40CF-BBDA-2E81CEE5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09750"/>
            <a:ext cx="1952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7D978-00AE-42B1-A83A-A5A15FE0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097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A388C-5850-45C9-B403-608E24D7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81200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3. Video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918D8-F0AB-499C-AE4C-B73BE925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6220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что перекрыло действие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A8C70-CF58-4500-BB33-69830F24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09750"/>
            <a:ext cx="1952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33AF8-0352-413A-BCCA-4AF64435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097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E5C02-FFCE-4054-A720-ACC1920F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81200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4.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D0F94-79FE-4C1B-ACED-3AF07A40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6220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DOM + timeline + сеть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320B4-96EF-422E-B4E5-955DE7C8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1952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D9DE1-649E-4024-928C-6BDCBB5E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0E069-D287-4787-8D85-EC2A1597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81200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5. Повтор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D2966-F647-486D-8362-DB74DD68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6220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один тест по -g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7A4AB-8CFE-4CD2-BF70-B9076596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network.json хранит выбранные ответы с редактированием секретных полей.</a:t>
            </a:r>
          </a:p>
        </p:txBody>
      </p:sp>
    </p:spTree>
    <p:extLst>
      <p:ext uri="{BB962C8B-B14F-4D97-AF65-F5344CB8AC3E}">
        <p14:creationId xmlns:p14="http://schemas.microsoft.com/office/powerpoint/2010/main" val="14820137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84337-8A75-49B2-B9EF-BD71111E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8AAB8-B7E6-42A4-B5D1-269482CA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Что подтверждено на dev сейчас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046CE-2A41-4AE8-8D64-DE82DB26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77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undefined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B3D1E-BB2F-4A07-ADA9-B86CD78A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B5A5F-55B7-46F4-9217-7EDF3053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2C435-0F97-461E-BE6F-9C9A1C1D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30 безопасных кейсов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9A4EB-A723-4FBF-A927-07815237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Основной набор прошёл; два старых known-bug по 404 оказались исправлены.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312C6-7A60-4C82-A8D7-66A1481D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B73D7-94D7-44BB-A61F-EB2D57C8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70A80-33CD-4606-B89E-28220089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85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CRUD подтверждён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69F49-4DAF-46E9-8E76-8D8036E0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66950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Группа; публикация; реакция; комментарий; удаление через UI.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94CD1-2DA8-4284-9092-D9C86D55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CBC51-2F08-4BF1-9766-0DD1F084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3F96B-AD2F-4A6E-8F98-8BA473E2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85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1 известный дефект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70824-508B-47BE-AEFD-94BCB878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У мобильной кнопки поиска нет доступного имени в Chromium и WebKit.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1A4EE-DE6C-41F4-8449-9A0FA349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27A"/>
                </a:solidFill>
                <a:latin typeface="Arial"/>
                <a:ea typeface="Arial"/>
                <a:cs typeface="Arial"/>
              </a:rPr>
              <a:t>Dev API кратковременно отдавал штатный экран недоступности — setup теперь диагностирует его явно.</a:t>
            </a:r>
          </a:p>
        </p:txBody>
      </p:sp>
    </p:spTree>
    <p:extLst>
      <p:ext uri="{BB962C8B-B14F-4D97-AF65-F5344CB8AC3E}">
        <p14:creationId xmlns:p14="http://schemas.microsoft.com/office/powerpoint/2010/main" val="17308087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239DF-FDB6-40C0-9D0C-39350DE0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СЛЕДУЮЩИЕ ШАГИ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263E0-79EB-4EE9-81E4-D694F62C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Ваш маршрут к самостоятельности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1BFF9-DAF7-4C5A-99A6-58F63D44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77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undefined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E21D6-9372-4632-A451-B4BF9F68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Сегодня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8DA47-A332-4974-A1EA-DC01EC88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192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npm test → HTML-отчёт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DAE7A-41CB-4B58-A65C-5176C7E9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Неделя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8C0D6-30BD-4D71-BA95-948A59DA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03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прочитать по одному spec и page 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338C8-D473-4628-A754-26D06816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Неделя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A3190-80C2-446A-9CA5-22B5C117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813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добавить read-only сценарий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CA969-8F71-40A7-927A-0122A42B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Неделя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21FD0-6147-4D04-89A6-E6A1690E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624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добавить mutation с finally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AF835-4BAE-4105-ABDF-01AF3E12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Дальше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93868-1E9F-44BE-8FBE-2F072856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ревью backlog: edit · repost · drafts · schedule</a:t>
            </a:r>
          </a:p>
        </p:txBody>
      </p:sp>
    </p:spTree>
    <p:extLst>
      <p:ext uri="{BB962C8B-B14F-4D97-AF65-F5344CB8AC3E}">
        <p14:creationId xmlns:p14="http://schemas.microsoft.com/office/powerpoint/2010/main" val="519255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2026-09-08T07:29:19.8340000Z</dcterms:created>
  <dcterms:modified xsi:type="dcterms:W3CDTF">2026-09-08T07:29:19.8340000Z</dcterms:modified>
</coreProperties>
</file>
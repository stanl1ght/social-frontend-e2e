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49a3b676244804" /><Relationship Type="http://schemas.openxmlformats.org/officeDocument/2006/relationships/extended-properties" Target="/docProps/app.xml" Id="R014cb8dce7994d36" /><Relationship Type="http://schemas.openxmlformats.org/officeDocument/2006/relationships/officeDocument" Target="/ppt/presentation.xml" Id="Raa2617e4cc45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a45ac9d3c34d84"/>
  </p:sldMasterIdLst>
  <p:notesMasterIdLst>
    <p:notesMasterId xmlns:r="http://schemas.openxmlformats.org/officeDocument/2006/relationships" r:id="Ra0149717b82a49ff"/>
  </p:notesMasterIdLst>
  <p:sldIdLst>
    <p:sldId xmlns:r="http://schemas.openxmlformats.org/officeDocument/2006/relationships" id="256" r:id="R8b7abbbba20949d5"/>
    <p:sldId xmlns:r="http://schemas.openxmlformats.org/officeDocument/2006/relationships" id="257" r:id="R2154fdd5b3c24609"/>
    <p:sldId xmlns:r="http://schemas.openxmlformats.org/officeDocument/2006/relationships" id="258" r:id="R3627534b7a6b496d"/>
    <p:sldId xmlns:r="http://schemas.openxmlformats.org/officeDocument/2006/relationships" id="259" r:id="R74e00188ca6d4afd"/>
    <p:sldId xmlns:r="http://schemas.openxmlformats.org/officeDocument/2006/relationships" id="260" r:id="Re1113418002c4576"/>
    <p:sldId xmlns:r="http://schemas.openxmlformats.org/officeDocument/2006/relationships" id="261" r:id="Radb1acdc54444cd5"/>
    <p:sldId xmlns:r="http://schemas.openxmlformats.org/officeDocument/2006/relationships" id="262" r:id="R31e5cca616804331"/>
    <p:sldId xmlns:r="http://schemas.openxmlformats.org/officeDocument/2006/relationships" id="263" r:id="R5d795a24de0e4bc8"/>
    <p:sldId xmlns:r="http://schemas.openxmlformats.org/officeDocument/2006/relationships" id="264" r:id="Rea8638b317374abd"/>
    <p:sldId xmlns:r="http://schemas.openxmlformats.org/officeDocument/2006/relationships" id="265" r:id="R7fbd4ac329ed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3820351174159" /><Relationship Type="http://schemas.openxmlformats.org/officeDocument/2006/relationships/slideMaster" Target="/ppt/slideMasters/slideMaster1.xml" Id="R52a45ac9d3c34d84" /><Relationship Type="http://schemas.openxmlformats.org/officeDocument/2006/relationships/notesMaster" Target="/ppt/notesMasters/notesMaster1.xml" Id="Ra0149717b82a49ff" /><Relationship Type="http://schemas.openxmlformats.org/officeDocument/2006/relationships/presProps" Target="/ppt/presProps.xml" Id="Rf812b478466f43e6" /><Relationship Type="http://schemas.openxmlformats.org/officeDocument/2006/relationships/tableStyles" Target="/ppt/tableStyles.xml" Id="R88c0c8fb78bf4a8b" /><Relationship Type="http://schemas.openxmlformats.org/officeDocument/2006/relationships/slide" Target="/ppt/slides/slide1.xml" Id="R8b7abbbba20949d5" /><Relationship Type="http://schemas.openxmlformats.org/officeDocument/2006/relationships/slide" Target="/ppt/slides/slide2.xml" Id="R2154fdd5b3c24609" /><Relationship Type="http://schemas.openxmlformats.org/officeDocument/2006/relationships/slide" Target="/ppt/slides/slide3.xml" Id="R3627534b7a6b496d" /><Relationship Type="http://schemas.openxmlformats.org/officeDocument/2006/relationships/slide" Target="/ppt/slides/slide4.xml" Id="R74e00188ca6d4afd" /><Relationship Type="http://schemas.openxmlformats.org/officeDocument/2006/relationships/slide" Target="/ppt/slides/slide5.xml" Id="Re1113418002c4576" /><Relationship Type="http://schemas.openxmlformats.org/officeDocument/2006/relationships/slide" Target="/ppt/slides/slide6.xml" Id="Radb1acdc54444cd5" /><Relationship Type="http://schemas.openxmlformats.org/officeDocument/2006/relationships/slide" Target="/ppt/slides/slide7.xml" Id="R31e5cca616804331" /><Relationship Type="http://schemas.openxmlformats.org/officeDocument/2006/relationships/slide" Target="/ppt/slides/slide8.xml" Id="R5d795a24de0e4bc8" /><Relationship Type="http://schemas.openxmlformats.org/officeDocument/2006/relationships/slide" Target="/ppt/slides/slide9.xml" Id="Rea8638b317374abd" /><Relationship Type="http://schemas.openxmlformats.org/officeDocument/2006/relationships/slide" Target="/ppt/slides/slide10.xml" Id="R7fbd4ac329ed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2b942c1e74e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a0c298c93472e" /><Relationship Type="http://schemas.openxmlformats.org/officeDocument/2006/relationships/notesMaster" Target="/ppt/notesMasters/notesMaster1.xml" Id="Rb80d7b4f049a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5c8601b64b4eab" /><Relationship Type="http://schemas.openxmlformats.org/officeDocument/2006/relationships/notesMaster" Target="/ppt/notesMasters/notesMaster1.xml" Id="R484b44e8fad840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ea5d191f34a7d" /><Relationship Type="http://schemas.openxmlformats.org/officeDocument/2006/relationships/notesMaster" Target="/ppt/notesMasters/notesMaster1.xml" Id="Rcdcac80d6f6041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7073839e114c68" /><Relationship Type="http://schemas.openxmlformats.org/officeDocument/2006/relationships/notesMaster" Target="/ppt/notesMasters/notesMaster1.xml" Id="R432f6b7d2482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2b7290756548be" /><Relationship Type="http://schemas.openxmlformats.org/officeDocument/2006/relationships/notesMaster" Target="/ppt/notesMasters/notesMaster1.xml" Id="R3c4a00f645c5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21ddf19646426e" /><Relationship Type="http://schemas.openxmlformats.org/officeDocument/2006/relationships/notesMaster" Target="/ppt/notesMasters/notesMaster1.xml" Id="R71ec7e9bbcdd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1c184bc363480c" /><Relationship Type="http://schemas.openxmlformats.org/officeDocument/2006/relationships/notesMaster" Target="/ppt/notesMasters/notesMaster1.xml" Id="R505ee4d6516145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0ad3f50d364e21" /><Relationship Type="http://schemas.openxmlformats.org/officeDocument/2006/relationships/notesMaster" Target="/ppt/notesMasters/notesMaster1.xml" Id="R12c5c93cd1744d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06b3563fb24032" /><Relationship Type="http://schemas.openxmlformats.org/officeDocument/2006/relationships/notesMaster" Target="/ppt/notesMasters/notesMaster1.xml" Id="Rc1f846d46650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b9192d4d2a4ed3" /><Relationship Type="http://schemas.openxmlformats.org/officeDocument/2006/relationships/notesMaster" Target="/ppt/notesMasters/notesMaster1.xml" Id="R069f7cf064f249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969fbd185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e864fa4fac4d59" /><Relationship Type="http://schemas.openxmlformats.org/officeDocument/2006/relationships/slideLayout" Target="/ppt/slideLayouts/slideLayout1.xml" Id="R2538c2a3549a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8c2a3549a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7f789b974998" /><Relationship Type="http://schemas.openxmlformats.org/officeDocument/2006/relationships/notesSlide" Target="/ppt/notesSlides/notesSlide1.xml" Id="R6d0128c6e75d46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cf388e1604253" /><Relationship Type="http://schemas.openxmlformats.org/officeDocument/2006/relationships/notesSlide" Target="/ppt/notesSlides/notesSlide2.xml" Id="R74a7f0f6a742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f209de4d34b99" /><Relationship Type="http://schemas.openxmlformats.org/officeDocument/2006/relationships/notesSlide" Target="/ppt/notesSlides/notesSlide3.xml" Id="Rc16ad42eb0394a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36994a444f26" /><Relationship Type="http://schemas.openxmlformats.org/officeDocument/2006/relationships/notesSlide" Target="/ppt/notesSlides/notesSlide4.xml" Id="R983a52532e6a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799d8f773447f" /><Relationship Type="http://schemas.openxmlformats.org/officeDocument/2006/relationships/notesSlide" Target="/ppt/notesSlides/notesSlide5.xml" Id="R05ce6d2ce24f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e74808e4e428d" /><Relationship Type="http://schemas.openxmlformats.org/officeDocument/2006/relationships/notesSlide" Target="/ppt/notesSlides/notesSlide6.xml" Id="R6e3ab88905ad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0c1bb895149c3" /><Relationship Type="http://schemas.openxmlformats.org/officeDocument/2006/relationships/notesSlide" Target="/ppt/notesSlides/notesSlide7.xml" Id="R61326a19dccf42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da1fe6dd64f2b" /><Relationship Type="http://schemas.openxmlformats.org/officeDocument/2006/relationships/notesSlide" Target="/ppt/notesSlides/notesSlide8.xml" Id="R5473c5350f83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167d9a3054cee" /><Relationship Type="http://schemas.openxmlformats.org/officeDocument/2006/relationships/notesSlide" Target="/ppt/notesSlides/notesSlide9.xml" Id="Ra15e351bea3a42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5b4d8e06430e" /><Relationship Type="http://schemas.openxmlformats.org/officeDocument/2006/relationships/notesSlide" Target="/ppt/notesSlides/notesSlide10.xml" Id="Ra0c01178ca66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CFD42-FFA2-45AA-94A5-169AA6F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SOCIAL FRONTEND E2E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57000-17F4-4D0C-A166-FE958B7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 tour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47D9-7AE1-41E2-8FA8-0C9F34D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8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D8F3"/>
                </a:solidFill>
                <a:latin typeface="Arial"/>
                <a:ea typeface="Arial"/>
                <a:cs typeface="Arial"/>
              </a:rPr>
              <a:t>От первого запуска до самостоятельного анализа падений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8FBB-A2F2-4E74-A754-6C2F8E9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Playwright · TypeScript · безопасный CRUD · доказательная диагностика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096E4-C88A-45FB-98A8-883FC3D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1A4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4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3898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3CDB6-301E-4B44-AB11-07F8DA1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МЕНТАЛЬНАЯ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2FF0D-DB5F-4C69-B109-663A7FD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Одна цепочка от команды до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2106-0EC2-460E-8D7F-29DD3D6D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CA5CB-3606-43DD-8739-F10791E5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5090D-26D0-4670-9C8C-70B52307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F8A66-790E-4751-A832-5DB3AF8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npm 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FE02-6C76-4B39-A2FB-4370A75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выбирает набор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36537-2FBE-4FE5-85D8-92172CC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390BF-4E80-4240-853B-2279700E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2EA57-B543-49A6-AFA9-342411E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45D6B-755B-4413-BDB1-DB8FDF7A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0B430-D63A-4559-9DF3-0860121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создаёт браузер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37A21-C0D2-46EA-996F-79AC8AE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8A21B-16B7-4A1A-AE44-0A9326C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23548-7727-48D1-9FD0-9CC3F616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1258D-E8A4-42B1-A24F-149DF31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setup + fixture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37855-DA8C-4E63-A49D-2EAE75A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готовят сессию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483AE-3813-4575-BFD3-5800050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0A9A3-9A76-41EE-A1A2-888003C7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E6077-F5FB-467F-9786-64972FA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2FF55-5CEB-48BD-B260-FA96719F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20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spec + page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B55D1-97EC-4749-8CBB-D230F9D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проходят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12547-0670-46F8-A705-F324053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14625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B007F-E6E2-4691-BF84-6E03098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CAA05-67AA-486B-A5ED-BF4B8AA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BBC96-6765-41D5-9E2F-7646A19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0507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reporter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7BBAC-3FC9-44F9-B40F-E60787C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1495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сохраняет факты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E7BF7-7C3C-4497-83F7-E07C8764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Читайте проект слева направо: запуск → окружение → поведение → артефакты.</a:t>
            </a:r>
          </a:p>
        </p:txBody>
      </p:sp>
    </p:spTree>
    <p:extLst>
      <p:ext uri="{BB962C8B-B14F-4D97-AF65-F5344CB8AC3E}">
        <p14:creationId xmlns:p14="http://schemas.microsoft.com/office/powerpoint/2010/main" val="1949162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8C4FB-7568-457C-AA99-97F5A481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51CCD-D7AB-4C77-93AC-835C9A9A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Карта проекта: где искать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FA33C-199D-4CBD-B83D-813FC59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31434-B77C-4311-83CF-B6D07BC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30525-293D-4D03-A33E-CC2D19A6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676C1-D527-4CAB-9C37-CEED8E8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tests/&lt;area&gt;/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27AAB-F7F8-437B-972A-511CBFA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Сценарии на языке пользователя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BFEB8-95C8-4AF7-BBC5-2AC8BE0B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8894A-05E1-4E4C-A2BF-AFE17D5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911EB-96AB-4ED7-A08D-EC2DD7D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tests/pages/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40586-BD9D-495B-BF3C-9F16C6B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Действия и устойчивые локаторы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1149E-0409-4A96-BF29-AC940617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602B2-DFA7-4C9F-8AB8-B2E65B0F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51A97-0181-4DE3-94A3-F82FF38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fixtures + helpers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4DE57-EDC6-421B-BF21-A07CC48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19325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Вход, баннеры, данные, сеть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B5077-1868-452C-BD3E-A34570B1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B29F6-2186-47D0-B380-5EA5C656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E0963-0C32-4AD5-82D4-22752F9F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.auth/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52973-FB78-4DAC-A4B2-D65D66B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Локальная сессия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не отправлять в Git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8EF12-72AE-4954-99FC-28AEC10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810CD-D880-4AF6-A1BF-242D3BFC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ADBC4-62A7-47E8-8C16-7CBD42C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test-results/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72A6F-9A2F-49C0-98E8-417B07D0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Screenshot · video ·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4D1EA-473B-46C1-ABDA-C7B0AC40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C7C45-4075-484A-B2BE-97BA0238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88D48-738D-4404-B14A-F49EB984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E7857-7437-46E0-AAC9-0FF87BE4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Runbook · bugs · tour · отчёт</a:t>
            </a:r>
          </a:p>
        </p:txBody>
      </p:sp>
    </p:spTree>
    <p:extLst>
      <p:ext uri="{BB962C8B-B14F-4D97-AF65-F5344CB8AC3E}">
        <p14:creationId xmlns:p14="http://schemas.microsoft.com/office/powerpoint/2010/main" val="1766034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EBA32-E2D5-4E80-9AC3-DDD038C6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АВТОРИЗАЦИЯ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0F1B8-CC4B-4B11-B908-E6200C72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Почему один worker — это осознанная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0BE3-3060-41A7-A8D8-D48FCD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7AAE8-7CCE-4E1C-9C9D-32216C96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95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555CC-184B-4082-9658-462DA52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291FA-CC0C-45DC-9C43-69D7101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386D2-D01C-411C-99A9-4A22F8A1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386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SSO вращает refresh token. Параллельные контексты одного пользователя могут инвалидировать друг друга.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CC9E8-7BFD-4FF6-924C-022AA1E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5095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51C99-0E39-478D-A94C-3FDD45B7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53138-8FC3-46BA-B3BD-B131EE6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481FD-E293-4B5A-8D4D-649C5FF5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66950"/>
            <a:ext cx="46386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Setup сохраняет состояние, fixture проверяет вход перед тестом, а проекты выполняются последовательно.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1FF82-6D8F-4D9B-B8A1-A07947A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Стабильность важнее формальной скорости</a:t>
            </a:r>
          </a:p>
        </p:txBody>
      </p:sp>
    </p:spTree>
    <p:extLst>
      <p:ext uri="{BB962C8B-B14F-4D97-AF65-F5344CB8AC3E}">
        <p14:creationId xmlns:p14="http://schemas.microsoft.com/office/powerpoint/2010/main" val="193049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5240F-B7D5-41E6-A54B-9538B56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СТРАТЕГИЯ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2AF12-F3D6-48A1-BAAF-67ACC475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Три слоя тестов — три разных вопроса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61343-B674-4435-87E9-C644FB93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B6C6A-1FA5-4CAC-BDCD-F06BFF92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C6419-A52E-4FFA-9D26-20CB52B7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D27C8-6069-4B50-AD64-E1D42DD9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877D9-7117-46E9-9D16-97639ED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Приложение открывается?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Ключевая навигация жива?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C9CE1-B8B2-467E-BE40-F0D3568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AB370-4FB8-4EB0-8123-578B480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7A8A3-A767-43DD-9ECD-FB69641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Read-only + diagnostic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3D367-402E-4AC0-85FE-3F87DBA2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Поведение и сетевой контракт корректны без изменения данных?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8DF5E-BD8A-4582-B267-41CF8781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4F55A-23ED-43AC-88A4-9D150930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560EA-F6FC-4CC8-9AB3-E057E47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Mutation E2E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EDFD9-B30B-4EBE-8492-36DC5754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Полный бизнес-цикл работает и данные очищаются?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CA88C-5968-4D29-9830-613B46D3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Обычный npm test исключает @mutation</a:t>
            </a:r>
          </a:p>
        </p:txBody>
      </p:sp>
    </p:spTree>
    <p:extLst>
      <p:ext uri="{BB962C8B-B14F-4D97-AF65-F5344CB8AC3E}">
        <p14:creationId xmlns:p14="http://schemas.microsoft.com/office/powerpoint/2010/main" val="1654976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E4407-C9C3-40DC-9B70-438C42FB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BAEFD-3108-4570-B7AA-98E5936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Безопасный CRUD: создать → доказать → очистить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1632A-DFF1-4074-AB88-CB46FF5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CB9A-9B08-4A94-9970-2BD51793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A5468-B7A1-4D6F-B8F8-EB17DBC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Уникальный QA-E2E маркер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2E11E-0EBB-4D47-938B-FA6F5DA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85489-702A-4552-A10E-F2B2010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C3A72-DFE6-4924-89B1-7EF5B8D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Действие через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4AF75-19C8-4A95-8F94-3FA5626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ABC4E-639C-43BD-8BAA-730584EE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96CE7-2287-4983-B693-0487E8F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5B7B9-53CF-496D-8768-BFD91D26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D519F-6D5F-4F4A-9061-0990B3A6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3B0D6-909B-4C44-9B6C-6E3365A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finally: удаление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5DB6B-0E29-4B26-AEE5-EC7C013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812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4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5C0D1-9702-4612-8018-8BB87F2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063E9-5FBB-468B-89FA-0D1165A3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Проверка удаления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ABC8C-AC24-45E8-9F7E-B524076E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Никаких общих фикстурных сущностей и API-удаления в UI E2E.</a:t>
            </a:r>
          </a:p>
        </p:txBody>
      </p:sp>
    </p:spTree>
    <p:extLst>
      <p:ext uri="{BB962C8B-B14F-4D97-AF65-F5344CB8AC3E}">
        <p14:creationId xmlns:p14="http://schemas.microsoft.com/office/powerpoint/2010/main" val="684774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DE21E-B2F8-4D97-96B4-11D321D1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BEST PRACTICES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3441B-B1CE-46EE-8D40-7507FC3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Локатор — это контракт с пользователем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205F-B877-4AAA-864C-F9ABEB86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CD74-FA91-4375-8077-A582E27D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95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1AFE8-EB45-40A9-9345-AB0DA074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12EEA-4C67-4F7C-B72C-81A2D2F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Предпочитать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4877-7CC6-4901-AE86-A611993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6386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getByRole · getByLabel · getByText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наблюдаемое состояние через expect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75538-7D95-40CF-A4A8-D37F4CBC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5095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23DB9-CADA-4ADC-8D4D-71793D4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14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DD6CC-433D-47FE-9247-0761526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8595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Избегать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9A0A-8747-4DD9-AFC1-03CECCC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66950"/>
            <a:ext cx="46386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waitForTimeout · force: true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случайные CSS/XPath · зависимость от порядка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F539-A2D2-4155-AB87-7138FCD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Хорошее падение объясняет продуктовую проблему, а не устройство DOM.</a:t>
            </a:r>
          </a:p>
        </p:txBody>
      </p:sp>
    </p:spTree>
    <p:extLst>
      <p:ext uri="{BB962C8B-B14F-4D97-AF65-F5344CB8AC3E}">
        <p14:creationId xmlns:p14="http://schemas.microsoft.com/office/powerpoint/2010/main" val="964390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E0456-E08C-4884-B82C-FD3D966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F7C4D-957A-4BC8-8D06-2A7B6F61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Как разбирать падение за пять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3879E-380F-4857-B175-DD59AF4A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9D2DF-3E84-4259-807A-2630B1C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82270-40B5-4A01-BFDB-1EB54F6B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8020F-3DEE-46E2-87A5-368A0B7D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1. Ошибка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76E5-4A6A-401D-9A43-39509785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ожидалось / получено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26D9A-D2BE-4DB3-ACA6-A847BB3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83EEE-13B8-4CF3-B793-4120FB3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C02CF-6E71-486B-8190-FC378754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2. Screenshot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D8807-01EE-4CE2-8F1E-80FB479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та ли страница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F9398-5F2B-454C-9904-CA1B6A4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64B6D-7B42-4504-AFDF-D40F0BED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8E1F4-126C-4D28-82FC-4C87E87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3.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832ED-37DC-40A2-87D4-0021521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что перекрыло действие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A07D1-42A7-4EC7-8EB2-6525EB9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B7CA7-1EDB-42FB-B3D6-0ED7684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C3F52-234B-43FD-AC26-A0AE34A2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4.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17C31-84B3-4674-962B-DF300D27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DOM + timeline + сеть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6623D-313A-4BAA-9AB7-5E81BCAA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9526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3D762-5856-4A91-9757-EE2466DA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0BCBB-07D4-4B08-9F84-806DB0A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5. Повтор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4CFE2-1BBB-4013-B079-13A7323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14954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один тест по -g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5892A-594E-4A23-9869-85CE45F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network.json хранит выбранные ответы с редактированием секретных полей.</a:t>
            </a:r>
          </a:p>
        </p:txBody>
      </p:sp>
    </p:spTree>
    <p:extLst>
      <p:ext uri="{BB962C8B-B14F-4D97-AF65-F5344CB8AC3E}">
        <p14:creationId xmlns:p14="http://schemas.microsoft.com/office/powerpoint/2010/main" val="1712545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37442-C1C2-4797-8E5A-93C7A565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27F80-5124-4E66-8D4E-96945BB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Что подтверждено на dev сейчас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CF776-1940-421C-A542-9BFC4AB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D59A4-14A3-4797-8033-FBCFD180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E5E7C-AD42-4A87-9672-0F74980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D71D9-2B77-4DCC-8666-01AF054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30 безопасных кейсов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ED081-C100-4E64-9F20-86A62D1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Основной набор прошёл; два старых known-bug по 404 оказались исправлены.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1336-AA52-431A-AE55-07D9A69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3B9BC-F597-46E2-9FFE-13BA103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32842-0666-4676-A91A-095B1435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CRUD подтверждён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0C029-3EDC-438F-B816-C06FFD2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Группа; публикация; реакция; комментарий; удаление через 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4CA1B-E03F-4F60-93AA-ED870B3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5F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07DF4-CEFF-4B57-A181-78E34526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7D1D9-175A-48D4-BC8A-A6528A28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1 известный дефект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EE487-004D-47E3-81E4-F60EF73E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У мобильной кнопки поиска нет доступного имени в Chromium и WebKit.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C09F0-3041-460B-AB09-94961BCB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27A"/>
                </a:solidFill>
                <a:latin typeface="Arial"/>
                <a:ea typeface="Arial"/>
                <a:cs typeface="Arial"/>
              </a:rPr>
              <a:t>Dev API кратковременно отдавал штатный экран недоступности — setup теперь диагностирует его явно.</a:t>
            </a:r>
          </a:p>
        </p:txBody>
      </p:sp>
    </p:spTree>
    <p:extLst>
      <p:ext uri="{BB962C8B-B14F-4D97-AF65-F5344CB8AC3E}">
        <p14:creationId xmlns:p14="http://schemas.microsoft.com/office/powerpoint/2010/main" val="1298849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8B8A9-D3A7-4C88-B44C-FB737FA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FBAF1-9765-43DA-AFD3-0D8CC5A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Ваш маршрут к самостоятельности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812B5-4E5C-40E8-8144-A52954A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AA0B5-290B-4646-A0DC-26FA3983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058A5-38B8-4C7F-B136-6C2C4337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npm test → HTML-отчёт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CE91C-F425-4656-A57C-B6EB608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698C1-D693-4577-BE6F-5D1F6BF5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прочитать по одному spec и page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AC479-EB0B-470B-8228-AB816EED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450D1-A618-4F12-AE56-7A53E0F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добавить read-only сценарий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669C4-B9A1-4E25-9CE7-393EECC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Неделя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E1637-9133-4080-875E-BD59719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добавить mutation с finally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1405F-D905-4AEC-B69A-01300CF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008F5-1644-467B-8B70-A70A39B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A"/>
                </a:solidFill>
                <a:latin typeface="Arial"/>
                <a:ea typeface="Arial"/>
                <a:cs typeface="Arial"/>
              </a:rPr>
              <a:t>ревью backlog: edit · repost · drafts · schedule</a:t>
            </a:r>
          </a:p>
        </p:txBody>
      </p:sp>
    </p:spTree>
    <p:extLst>
      <p:ext uri="{BB962C8B-B14F-4D97-AF65-F5344CB8AC3E}">
        <p14:creationId xmlns:p14="http://schemas.microsoft.com/office/powerpoint/2010/main" val="1060183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2026-09-08T07:31:24.3290000Z</dcterms:created>
  <dcterms:modified xsi:type="dcterms:W3CDTF">2026-09-08T07:31:24.3290000Z</dcterms:modified>
</coreProperties>
</file>